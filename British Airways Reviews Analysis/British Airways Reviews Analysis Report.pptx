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35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16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006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068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573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811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4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553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546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6268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407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6445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1160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British Airways Review Categorisation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Deep Dive into Process, Results, Insights &amp; Strategic Recommendations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E02B08-77F4-A6AE-7C0C-67964D2A9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5970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Analysis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Airlines operate in a reputation-sensitive industry where customer experience directly influences pricing power and brand equity.</a:t>
            </a:r>
          </a:p>
          <a:p>
            <a:r>
              <a:rPr lang="en-US" dirty="0"/>
              <a:t>British Airways receives thousands of online reviews that contain unstructured but valuable operational feedback.</a:t>
            </a:r>
          </a:p>
          <a:p>
            <a:r>
              <a:rPr lang="en-US" dirty="0"/>
              <a:t>This project converts raw text reviews into structured insight that management can act 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core objective was to </a:t>
            </a:r>
            <a:r>
              <a:rPr dirty="0" err="1"/>
              <a:t>categorise</a:t>
            </a:r>
            <a:r>
              <a:rPr dirty="0"/>
              <a:t> customer reviews into meaningful service themes and extract sentiment-driven insights.</a:t>
            </a:r>
          </a:p>
          <a:p>
            <a:r>
              <a:rPr dirty="0"/>
              <a:t>Instead of reading reviews individually, we built a scalable NLP pipeline to detect recurring pain points and strengths.</a:t>
            </a:r>
          </a:p>
          <a:p>
            <a:r>
              <a:rPr dirty="0"/>
              <a:t>The goal was not just classification, but actionable intelligence.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dataset consisted of customer reviews scraped from public platforms.</a:t>
            </a:r>
          </a:p>
          <a:p>
            <a:r>
              <a:t>We cleaned the data by removing null entries, duplicates, punctuation noise, and non-informative symbols.</a:t>
            </a:r>
          </a:p>
          <a:p>
            <a:r>
              <a:t>Text was normalised using lowercasing, stopword removal, and tokenisation to prepare for modelling.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How Reviews Were Categorised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transformed textual data into numerical form using TF-IDF vectorisation, capturing the importance of words relative to the dataset.</a:t>
            </a:r>
          </a:p>
          <a:p>
            <a:r>
              <a:t>Reviews were then grouped into service-related themes such as delays, customer service, pricing, baggage, and inflight experience.</a:t>
            </a:r>
          </a:p>
          <a:p>
            <a:r>
              <a:t>Classification techniques allowed us to systematically assign reviews to dominant complaint or praise categories.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Dominant Review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Delays &amp; Cancellations emerged as the most frequent complaint cluster.</a:t>
            </a:r>
          </a:p>
          <a:p>
            <a:r>
              <a:t>Customer Service issues followed closely, particularly around communication during disruptions.</a:t>
            </a:r>
          </a:p>
          <a:p>
            <a:r>
              <a:t>Inflight Experience and Cabin Crew professionalism drove most positive reviews.</a:t>
            </a:r>
          </a:p>
          <a:p>
            <a:r>
              <a:t>Pricing &amp; Value perception was mixed, with premium cabins viewed more favourably than economy.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Trends Observed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Negative sentiment dominated reviews linked to operational disruptions.</a:t>
            </a:r>
          </a:p>
          <a:p>
            <a:r>
              <a:t>Positive sentiment strongly correlated with staff professionalism and smooth journeys.</a:t>
            </a:r>
          </a:p>
          <a:p>
            <a:r>
              <a:t>There was a clear emotional amplification effect: when delays occurred, overall ratings dropped disproportionately.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Interpreting the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Operational reliability is the single strongest driver of brand perception in this dataset.</a:t>
            </a:r>
          </a:p>
          <a:p>
            <a:r>
              <a:t>Customer service is not just about friendliness—it is most critical during moments of disruption.</a:t>
            </a:r>
          </a:p>
          <a:p>
            <a:r>
              <a:t>Premium segmentation shows brand resilience, but economy service inconsistencies create reputational drag.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Prioritise Operational Reliability: Invest in delay-reduction initiatives and contingency planning.</a:t>
            </a:r>
          </a:p>
          <a:p>
            <a:r>
              <a:t>2. Improve Disruption Communication: Real-time updates and proactive compensation messaging can mitigate sentiment collapse.</a:t>
            </a:r>
          </a:p>
          <a:p>
            <a:r>
              <a:t>3. Standardise Service Experience: Reduce variance between routes and cabin classes.</a:t>
            </a:r>
          </a:p>
          <a:p>
            <a:r>
              <a:t>4. Implement Continuous NLP Monitoring: Track review sentiment monthly to detect early warning signals.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operational reliability should reduce negative review volume and increase customer retention.</a:t>
            </a:r>
          </a:p>
          <a:p>
            <a:r>
              <a:t>Better communication during disruptions can soften reputational damage and preserve loyalty.</a:t>
            </a:r>
          </a:p>
          <a:p>
            <a:r>
              <a:t>Data-driven monitoring creates a feedback loop for continuous service optimisation.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analysis demonstrates how unstructured review data can be transformed into strategic insight.</a:t>
            </a:r>
          </a:p>
          <a:p>
            <a:r>
              <a:t>The key takeaway: operational performance and communication discipline are decisive drivers of customer sentiment.</a:t>
            </a:r>
          </a:p>
          <a:p>
            <a:r>
              <a:t>With systematic monitoring, British Airways can shift from reactive reputation management to proactive experience optimisation.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18289</TotalTime>
  <Words>523</Words>
  <Application>Microsoft Office PowerPoint</Application>
  <PresentationFormat>On-screen Show (4:3)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Tw Cen MT</vt:lpstr>
      <vt:lpstr>Tw Cen MT Condensed</vt:lpstr>
      <vt:lpstr>Wingdings 3</vt:lpstr>
      <vt:lpstr>Integral</vt:lpstr>
      <vt:lpstr>British Airways Review Categorisation Analysis</vt:lpstr>
      <vt:lpstr>Why This Analysis Matters</vt:lpstr>
      <vt:lpstr>Project Objective</vt:lpstr>
      <vt:lpstr>Data Collection &amp; Preparation</vt:lpstr>
      <vt:lpstr>Methodology: How Reviews Were Categorised</vt:lpstr>
      <vt:lpstr>Dominant Review Categories</vt:lpstr>
      <vt:lpstr>Sentiment Trends Observed</vt:lpstr>
      <vt:lpstr>Interpreting the Findings</vt:lpstr>
      <vt:lpstr>Strategic Recommendations</vt:lpstr>
      <vt:lpstr>Expected Business Impact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JOSHUA</dc:creator>
  <cp:keywords/>
  <dc:description>generated using python-pptx</dc:description>
  <cp:lastModifiedBy>JOSHUA MONYE</cp:lastModifiedBy>
  <cp:revision>2</cp:revision>
  <dcterms:created xsi:type="dcterms:W3CDTF">2013-01-27T09:14:16Z</dcterms:created>
  <dcterms:modified xsi:type="dcterms:W3CDTF">2026-02-27T10:17:05Z</dcterms:modified>
  <cp:category/>
</cp:coreProperties>
</file>